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47" d="100"/>
          <a:sy n="47" d="100"/>
        </p:scale>
        <p:origin x="85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B651D-56CF-7B17-D628-2ACAB4AA1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4E3145-E993-7E08-8668-68999F091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B11FFE-15C8-7FBC-BD2B-658BBC80E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9964-31E7-4008-AB43-F13A120BC3F2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B8FD07-1284-F884-BF8E-91A6E925D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B627CF-078E-8D8B-149A-65937BE73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8ADC-3C9C-4B4C-A1C7-D103A99F5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0742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DF2AA7-E652-2961-A6BB-3F7D2A25C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04E2B8-FE48-E043-9670-F90F54614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D0EE9B-16CC-EF50-76CB-E93B092BA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9964-31E7-4008-AB43-F13A120BC3F2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5E340F-B645-CD0D-39F9-5A54AE24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4AF798-B692-370F-60EB-35E627443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8ADC-3C9C-4B4C-A1C7-D103A99F5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176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99EAD-1336-D689-A4D0-3DC433104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FAF583-9BD8-B00D-C232-DFFDFDE0A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3CB9D1-34FB-A8E9-8B2B-BE71A7FAA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9964-31E7-4008-AB43-F13A120BC3F2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D6BA88-976A-9965-7C05-719F4ADC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F0917-5473-B0C5-B24E-BEBA51E1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8ADC-3C9C-4B4C-A1C7-D103A99F5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666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FC0CB-FDEE-66ED-7630-187D2C7BF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94F799-6EC6-7D25-402D-EF1C0EB93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E69EEC1-F4AF-488D-64D0-4D1A69336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6F52AB-6729-D050-654B-CA3669B94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9964-31E7-4008-AB43-F13A120BC3F2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C2FDF7-BCCB-EE8F-303A-42404FDE5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48FB154-0C98-B358-90AE-292609D92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8ADC-3C9C-4B4C-A1C7-D103A99F5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0809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F98316-DA13-6E7E-D981-1004CEA52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35134A-3DC1-6364-FDB7-6B229C824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49EAC6-5610-EA9C-B037-56CF00CF7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08C2C0-F74F-17F9-AFB1-C2610D155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1803D60-6ACB-C757-7D81-1BC231B6FA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599530D-E589-9754-46AE-763D07D50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9964-31E7-4008-AB43-F13A120BC3F2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708FE74-9D1B-C1BE-DD5B-8888B779F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9EB8992-2830-CA20-9385-D1422030B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8ADC-3C9C-4B4C-A1C7-D103A99F5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5085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F2C1CB-306C-76A3-B930-C090D0651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F6B69C8-065B-9546-FBC1-89F0C9A25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9964-31E7-4008-AB43-F13A120BC3F2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E1DEDF-338D-A53C-B43C-CE0A5DE6D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F46B24-ADF9-11C6-46A9-6AEAEB1C1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8ADC-3C9C-4B4C-A1C7-D103A99F5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7409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8476CD7-E2AF-1738-17B1-A668EDDC3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9964-31E7-4008-AB43-F13A120BC3F2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55CB66A-7C72-7D1B-C78B-98DFC90F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5B89F4-D67A-EBC6-57A0-C40602225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8ADC-3C9C-4B4C-A1C7-D103A99F5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4185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9BBABB-20CE-1D49-2530-2625BB6E6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DEAC56-00DB-BFD8-A51F-CD2AB3114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B24C05-2D99-879B-0807-6E63E5E0B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F61455-C93D-EE32-5E68-FBA57CE3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9964-31E7-4008-AB43-F13A120BC3F2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34FCE8-F714-4D8F-6E59-3906D0B9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B95CE5-FC49-5F24-F5B5-70D148B6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8ADC-3C9C-4B4C-A1C7-D103A99F5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2346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EE982-9689-3704-5B08-4FEA37E91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031212D-FEE2-54E1-7861-46885211F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2475F8-4E69-A229-D293-045ACAB21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3846DF-7A9A-C974-F559-254D6D03F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9964-31E7-4008-AB43-F13A120BC3F2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047AE4-99C2-0875-B800-64ED5FF8A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E20DF3-37A4-7942-3713-303AD70E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8ADC-3C9C-4B4C-A1C7-D103A99F5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76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74A5DB-D7CE-8D5F-F025-21E2BE499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0873514-746C-0EA1-7526-524F3DAF1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3A593C-C15A-FCBD-3B87-EEDA091E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9964-31E7-4008-AB43-F13A120BC3F2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372FD1-6E9B-F552-F6C0-16A5161C2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5E7CC8-37CF-9772-F510-18F783144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8ADC-3C9C-4B4C-A1C7-D103A99F5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461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3E9722-ADA9-C2E0-41A9-E1E9C75E46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EC4609-BE2B-7E1F-D1D4-784D7EAAD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790317-48B1-8407-6F2A-FF47F87C8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9964-31E7-4008-AB43-F13A120BC3F2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D311C0-7183-290B-D4D4-60671F8BA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7FF63D-780F-AA21-6B48-6AEDD453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A8ADC-3C9C-4B4C-A1C7-D103A99F5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6185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CBB534C-AE45-F50B-214D-509B8264A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787A9B-79F9-1919-190E-9C391FC22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6E0937-1B74-80AC-4AF2-8B69ECB1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29964-31E7-4008-AB43-F13A120BC3F2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48B66E-BD9B-3F49-862D-1E00472BE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CB901B-A86D-CF96-8DE9-4DD0E3761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A8ADC-3C9C-4B4C-A1C7-D103A99F57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4149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54673F1-9239-94EE-8B30-668B009DF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" y="146957"/>
            <a:ext cx="12190552" cy="633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798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5973119-C0E4-A771-E39C-330DE3E91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734766" cy="574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175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1</cp:revision>
  <dcterms:created xsi:type="dcterms:W3CDTF">2026-06-11T16:57:39Z</dcterms:created>
  <dcterms:modified xsi:type="dcterms:W3CDTF">2026-06-11T16:58:30Z</dcterms:modified>
</cp:coreProperties>
</file>